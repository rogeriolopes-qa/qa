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D4CF-0BAF-4D7A-9F2D-0C7E7878422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4ED3-EE66-430A-A5FC-79BCB7E77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3670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D4CF-0BAF-4D7A-9F2D-0C7E7878422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4ED3-EE66-430A-A5FC-79BCB7E77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9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D4CF-0BAF-4D7A-9F2D-0C7E7878422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4ED3-EE66-430A-A5FC-79BCB7E77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197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D4CF-0BAF-4D7A-9F2D-0C7E7878422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4ED3-EE66-430A-A5FC-79BCB7E77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4906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D4CF-0BAF-4D7A-9F2D-0C7E7878422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4ED3-EE66-430A-A5FC-79BCB7E77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33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D4CF-0BAF-4D7A-9F2D-0C7E7878422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4ED3-EE66-430A-A5FC-79BCB7E77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4682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D4CF-0BAF-4D7A-9F2D-0C7E7878422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4ED3-EE66-430A-A5FC-79BCB7E77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201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D4CF-0BAF-4D7A-9F2D-0C7E7878422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4ED3-EE66-430A-A5FC-79BCB7E77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801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D4CF-0BAF-4D7A-9F2D-0C7E7878422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4ED3-EE66-430A-A5FC-79BCB7E77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123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D4CF-0BAF-4D7A-9F2D-0C7E7878422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4ED3-EE66-430A-A5FC-79BCB7E77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6911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D4CF-0BAF-4D7A-9F2D-0C7E7878422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4ED3-EE66-430A-A5FC-79BCB7E77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221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2D4CF-0BAF-4D7A-9F2D-0C7E7878422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6B4ED3-EE66-430A-A5FC-79BCB7E77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55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Alinhamento DoR x DoD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Rogério Lopes - </a:t>
            </a:r>
            <a:r>
              <a:rPr dirty="0" smtClean="0"/>
              <a:t>QA</a:t>
            </a:r>
            <a:endParaRPr dirty="0"/>
          </a:p>
        </p:txBody>
      </p:sp>
      <p:pic>
        <p:nvPicPr>
          <p:cNvPr id="4" name="Picture 2" descr="BIUD | Linked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2291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Desafio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Como garantir que:</a:t>
            </a:r>
          </a:p>
          <a:p>
            <a:pPr lvl="1"/>
            <a:r>
              <a:t>O time trabalhe em tarefas bem definidas?</a:t>
            </a:r>
          </a:p>
          <a:p>
            <a:pPr lvl="1"/>
            <a:r>
              <a:t>As entregas tenham qualidade consistente?</a:t>
            </a:r>
          </a:p>
          <a:p>
            <a:pPr lvl="1"/>
            <a:r>
              <a:t>Todos saibam quando algo está 'pronto'?</a:t>
            </a:r>
          </a:p>
          <a:p>
            <a:pPr lvl="1"/>
            <a:r>
              <a:t>Evitemos retrabalho e surpresas?</a:t>
            </a:r>
          </a:p>
          <a:p>
            <a:endParaRPr/>
          </a:p>
          <a:p>
            <a:r>
              <a:t>A resposta: Definition of Ready (DoR) e Definition of Done (DoD)</a:t>
            </a:r>
          </a:p>
        </p:txBody>
      </p:sp>
      <p:pic>
        <p:nvPicPr>
          <p:cNvPr id="4" name="Picture 2" descr="Avaliações da empresa Biud Marketing: Como é trabalhar nela? | Glassdo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da Apresentação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Entender os conceitos de DoR e DoD</a:t>
            </a:r>
          </a:p>
          <a:p>
            <a:r>
              <a:t>Conhecer os benefícios práticos para o time</a:t>
            </a:r>
          </a:p>
          <a:p>
            <a:r>
              <a:t>Definir critérios claros e aplicáveis</a:t>
            </a:r>
          </a:p>
          <a:p>
            <a:r>
              <a:t>Estabelecer o papel do QA no processo</a:t>
            </a:r>
          </a:p>
          <a:p>
            <a:r>
              <a:t>Criar um plano de implementação no ClickUp</a:t>
            </a:r>
          </a:p>
        </p:txBody>
      </p:sp>
      <p:pic>
        <p:nvPicPr>
          <p:cNvPr id="4" name="Picture 2" descr="Avaliações da empresa Biud Marketing: Como é trabalhar nela? | Glassdo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75406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DoR - Definition of Ready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O filtro de entrada</a:t>
            </a:r>
          </a:p>
          <a:p>
            <a:endParaRPr/>
          </a:p>
          <a:p>
            <a:r>
              <a:t>O que é?</a:t>
            </a:r>
          </a:p>
          <a:p>
            <a:pPr lvl="1"/>
            <a:r>
              <a:t>Conjunto de critérios que uma User Story deve atender ANTES de entrar na Sprint.</a:t>
            </a:r>
          </a:p>
          <a:p>
            <a:endParaRPr/>
          </a:p>
          <a:p>
            <a:r>
              <a:t>Por que precisamos?</a:t>
            </a:r>
          </a:p>
          <a:p>
            <a:pPr lvl="1"/>
            <a:r>
              <a:t>Evita que o time perca tempo com tarefas mal definidas</a:t>
            </a:r>
          </a:p>
          <a:p>
            <a:pPr lvl="1"/>
            <a:r>
              <a:t>Garante que todos entendem o que precisa ser feito</a:t>
            </a:r>
          </a:p>
          <a:p>
            <a:pPr lvl="1"/>
            <a:r>
              <a:t>Reduz interrupções durante a sprint</a:t>
            </a:r>
          </a:p>
        </p:txBody>
      </p:sp>
      <p:pic>
        <p:nvPicPr>
          <p:cNvPr id="4" name="Picture 2" descr="Avaliações da empresa Biud Marketing: Como é trabalhar nela? | Glassdo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75406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DoR</a:t>
            </a:r>
            <a:r>
              <a:rPr b="1" dirty="0"/>
              <a:t> - </a:t>
            </a:r>
            <a:r>
              <a:rPr b="1" dirty="0" err="1"/>
              <a:t>Critérios</a:t>
            </a:r>
            <a:r>
              <a:rPr b="1" dirty="0"/>
              <a:t> </a:t>
            </a:r>
            <a:r>
              <a:rPr b="1" dirty="0" err="1"/>
              <a:t>Práticos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Uma User Story está 'Ready' quando:</a:t>
            </a:r>
          </a:p>
          <a:p>
            <a:endParaRPr/>
          </a:p>
          <a:p>
            <a:r>
              <a:t>✓ Está escrita no formato padrão (Quem, O quê, Por quê)</a:t>
            </a:r>
          </a:p>
          <a:p>
            <a:r>
              <a:t>✓ Possui critérios de aceite claros e testáveis</a:t>
            </a:r>
          </a:p>
          <a:p>
            <a:r>
              <a:t>✓ Dependências técnicas foram identificadas</a:t>
            </a:r>
          </a:p>
          <a:p>
            <a:r>
              <a:t>✓ Foi estimada pelo time</a:t>
            </a:r>
          </a:p>
          <a:p>
            <a:r>
              <a:t>✓ Prioridade foi definida pelo PO</a:t>
            </a:r>
          </a:p>
          <a:p>
            <a:r>
              <a:t>✓ Anexos/protótipos estão disponíveis (quando aplicável)</a:t>
            </a:r>
          </a:p>
        </p:txBody>
      </p:sp>
      <p:pic>
        <p:nvPicPr>
          <p:cNvPr id="4" name="Picture 2" descr="Avaliações da empresa Biud Marketing: Como é trabalhar nela? | Glassdo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778" y="75406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DoD - Definition of 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O filtro de saída</a:t>
            </a:r>
          </a:p>
          <a:p>
            <a:endParaRPr/>
          </a:p>
          <a:p>
            <a:r>
              <a:t>O que é?</a:t>
            </a:r>
          </a:p>
          <a:p>
            <a:pPr lvl="1"/>
            <a:r>
              <a:t>Conjunto de critérios que definem quando uma tarefa está realmente FINALIZADA e pronta para produção.</a:t>
            </a:r>
          </a:p>
          <a:p>
            <a:endParaRPr/>
          </a:p>
          <a:p>
            <a:r>
              <a:t>Por que precisamos?</a:t>
            </a:r>
          </a:p>
          <a:p>
            <a:pPr lvl="1"/>
            <a:r>
              <a:t>Garante qualidade consistente nas entregas</a:t>
            </a:r>
          </a:p>
          <a:p>
            <a:pPr lvl="1"/>
            <a:r>
              <a:t>Todos sabem o que significa 'pronto'</a:t>
            </a:r>
          </a:p>
          <a:p>
            <a:pPr lvl="1"/>
            <a:r>
              <a:t>Reduz bugs em produção</a:t>
            </a:r>
          </a:p>
        </p:txBody>
      </p:sp>
      <p:pic>
        <p:nvPicPr>
          <p:cNvPr id="4" name="Picture 2" descr="Avaliações da empresa Biud Marketing: Como é trabalhar nela? | Glassdo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75406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DoD - </a:t>
            </a:r>
            <a:r>
              <a:rPr b="1" dirty="0" err="1"/>
              <a:t>Critérios</a:t>
            </a:r>
            <a:r>
              <a:rPr b="1" dirty="0"/>
              <a:t> </a:t>
            </a:r>
            <a:r>
              <a:rPr b="1" dirty="0" err="1"/>
              <a:t>Práticos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Uma </a:t>
            </a:r>
            <a:r>
              <a:rPr dirty="0" err="1"/>
              <a:t>tarefa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'Done' </a:t>
            </a:r>
            <a:r>
              <a:rPr dirty="0" err="1"/>
              <a:t>quando</a:t>
            </a:r>
            <a:r>
              <a:rPr dirty="0"/>
              <a:t>:</a:t>
            </a:r>
          </a:p>
          <a:p>
            <a:endParaRPr dirty="0"/>
          </a:p>
          <a:p>
            <a:r>
              <a:rPr dirty="0"/>
              <a:t>✓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desenvolvido</a:t>
            </a:r>
            <a:r>
              <a:rPr dirty="0"/>
              <a:t> e </a:t>
            </a:r>
            <a:r>
              <a:rPr dirty="0" err="1"/>
              <a:t>revisado</a:t>
            </a:r>
            <a:r>
              <a:rPr dirty="0"/>
              <a:t> (Code Review)</a:t>
            </a:r>
          </a:p>
          <a:p>
            <a:r>
              <a:rPr dirty="0"/>
              <a:t>✓ Testes </a:t>
            </a:r>
            <a:r>
              <a:rPr dirty="0" err="1"/>
              <a:t>unitários</a:t>
            </a:r>
            <a:r>
              <a:rPr dirty="0"/>
              <a:t> </a:t>
            </a:r>
            <a:r>
              <a:rPr dirty="0" err="1"/>
              <a:t>executados</a:t>
            </a:r>
            <a:r>
              <a:rPr dirty="0"/>
              <a:t> (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aplicável</a:t>
            </a:r>
            <a:r>
              <a:rPr dirty="0"/>
              <a:t>)</a:t>
            </a:r>
          </a:p>
          <a:p>
            <a:r>
              <a:rPr dirty="0"/>
              <a:t>✓ Testes de QA </a:t>
            </a:r>
            <a:r>
              <a:rPr dirty="0" err="1"/>
              <a:t>realizados</a:t>
            </a:r>
            <a:r>
              <a:rPr dirty="0"/>
              <a:t> e </a:t>
            </a:r>
            <a:r>
              <a:rPr dirty="0" err="1"/>
              <a:t>aprovados</a:t>
            </a:r>
            <a:endParaRPr dirty="0"/>
          </a:p>
          <a:p>
            <a:r>
              <a:rPr dirty="0"/>
              <a:t>✓ Bugs </a:t>
            </a:r>
            <a:r>
              <a:rPr dirty="0" err="1"/>
              <a:t>críticos</a:t>
            </a:r>
            <a:r>
              <a:rPr dirty="0"/>
              <a:t> </a:t>
            </a:r>
            <a:r>
              <a:rPr dirty="0" err="1"/>
              <a:t>resolvidos</a:t>
            </a:r>
            <a:endParaRPr dirty="0"/>
          </a:p>
          <a:p>
            <a:r>
              <a:rPr dirty="0"/>
              <a:t>✓ </a:t>
            </a:r>
            <a:r>
              <a:rPr dirty="0" err="1"/>
              <a:t>Documentação</a:t>
            </a:r>
            <a:r>
              <a:rPr dirty="0"/>
              <a:t> </a:t>
            </a:r>
            <a:r>
              <a:rPr dirty="0" err="1"/>
              <a:t>técnica</a:t>
            </a:r>
            <a:r>
              <a:rPr dirty="0"/>
              <a:t> </a:t>
            </a:r>
            <a:r>
              <a:rPr dirty="0" err="1"/>
              <a:t>atualizada</a:t>
            </a:r>
            <a:endParaRPr dirty="0"/>
          </a:p>
          <a:p>
            <a:r>
              <a:rPr dirty="0"/>
              <a:t>✓ Deploy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homologação</a:t>
            </a:r>
            <a:r>
              <a:rPr dirty="0"/>
              <a:t> </a:t>
            </a:r>
            <a:r>
              <a:rPr dirty="0" err="1"/>
              <a:t>realizado</a:t>
            </a:r>
            <a:endParaRPr dirty="0"/>
          </a:p>
          <a:p>
            <a:r>
              <a:rPr dirty="0"/>
              <a:t>✓ </a:t>
            </a:r>
            <a:r>
              <a:rPr dirty="0" err="1"/>
              <a:t>Aprovação</a:t>
            </a:r>
            <a:r>
              <a:rPr dirty="0"/>
              <a:t> do </a:t>
            </a:r>
            <a:r>
              <a:rPr dirty="0" smtClean="0"/>
              <a:t>PO/Stakeholder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err="1" smtClean="0"/>
              <a:t>Obs</a:t>
            </a:r>
            <a:r>
              <a:rPr lang="pt-BR" dirty="0"/>
              <a:t>: </a:t>
            </a:r>
            <a:r>
              <a:rPr lang="pt-BR" dirty="0" err="1"/>
              <a:t>PRs</a:t>
            </a:r>
            <a:r>
              <a:rPr lang="pt-BR" dirty="0"/>
              <a:t> de "Caminho Crítico“, apenas as partes sensíveis (pagamento, segurança, banco de dados) passem por PR.</a:t>
            </a:r>
            <a:endParaRPr dirty="0"/>
          </a:p>
        </p:txBody>
      </p:sp>
      <p:pic>
        <p:nvPicPr>
          <p:cNvPr id="4" name="Picture 2" descr="Avaliações da empresa Biud Marketing: Como é trabalhar nela? | Glassdo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75406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QA como Guardião da Qualidade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Na </a:t>
            </a:r>
            <a:r>
              <a:rPr dirty="0" err="1"/>
              <a:t>DoR</a:t>
            </a:r>
            <a:r>
              <a:rPr dirty="0"/>
              <a:t> (Definition of Ready):</a:t>
            </a:r>
          </a:p>
          <a:p>
            <a:pPr lvl="1"/>
            <a:r>
              <a:rPr dirty="0" err="1"/>
              <a:t>Validar</a:t>
            </a:r>
            <a:r>
              <a:rPr dirty="0"/>
              <a:t> se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critérios</a:t>
            </a:r>
            <a:r>
              <a:rPr dirty="0"/>
              <a:t> de </a:t>
            </a:r>
            <a:r>
              <a:rPr dirty="0" err="1"/>
              <a:t>aceite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testáveis</a:t>
            </a:r>
            <a:endParaRPr dirty="0"/>
          </a:p>
          <a:p>
            <a:pPr lvl="1"/>
            <a:r>
              <a:rPr dirty="0" err="1"/>
              <a:t>Identificar</a:t>
            </a:r>
            <a:r>
              <a:rPr dirty="0"/>
              <a:t> </a:t>
            </a:r>
            <a:r>
              <a:rPr dirty="0" err="1"/>
              <a:t>cenários</a:t>
            </a:r>
            <a:r>
              <a:rPr dirty="0"/>
              <a:t> de teste </a:t>
            </a:r>
            <a:r>
              <a:rPr dirty="0" err="1"/>
              <a:t>antecipadamente</a:t>
            </a:r>
            <a:endParaRPr dirty="0"/>
          </a:p>
          <a:p>
            <a:pPr lvl="1"/>
            <a:r>
              <a:rPr dirty="0" err="1"/>
              <a:t>Apontar</a:t>
            </a:r>
            <a:r>
              <a:rPr dirty="0"/>
              <a:t> </a:t>
            </a:r>
            <a:r>
              <a:rPr dirty="0" err="1"/>
              <a:t>possíveis</a:t>
            </a:r>
            <a:r>
              <a:rPr dirty="0"/>
              <a:t> gaps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ambiguidades</a:t>
            </a:r>
            <a:endParaRPr dirty="0"/>
          </a:p>
          <a:p>
            <a:endParaRPr dirty="0"/>
          </a:p>
          <a:p>
            <a:r>
              <a:rPr dirty="0"/>
              <a:t>Na DoD (Definition of Done):</a:t>
            </a:r>
          </a:p>
          <a:p>
            <a:pPr lvl="1"/>
            <a:r>
              <a:rPr dirty="0" err="1"/>
              <a:t>Executar</a:t>
            </a:r>
            <a:r>
              <a:rPr dirty="0"/>
              <a:t> testes </a:t>
            </a:r>
            <a:r>
              <a:rPr dirty="0" err="1"/>
              <a:t>funcionais</a:t>
            </a:r>
            <a:r>
              <a:rPr dirty="0"/>
              <a:t> e </a:t>
            </a:r>
            <a:r>
              <a:rPr dirty="0" err="1"/>
              <a:t>exploratórios</a:t>
            </a:r>
            <a:endParaRPr dirty="0"/>
          </a:p>
          <a:p>
            <a:pPr lvl="1"/>
            <a:r>
              <a:rPr dirty="0" err="1"/>
              <a:t>Validar</a:t>
            </a:r>
            <a:r>
              <a:rPr dirty="0"/>
              <a:t> </a:t>
            </a:r>
            <a:r>
              <a:rPr dirty="0" err="1"/>
              <a:t>critérios</a:t>
            </a:r>
            <a:r>
              <a:rPr dirty="0"/>
              <a:t> de </a:t>
            </a:r>
            <a:r>
              <a:rPr dirty="0" err="1"/>
              <a:t>aceite</a:t>
            </a:r>
            <a:endParaRPr dirty="0"/>
          </a:p>
          <a:p>
            <a:pPr lvl="1"/>
            <a:r>
              <a:rPr dirty="0" err="1"/>
              <a:t>Garantir</a:t>
            </a:r>
            <a:r>
              <a:rPr dirty="0"/>
              <a:t> que bugs </a:t>
            </a:r>
            <a:r>
              <a:rPr dirty="0" err="1"/>
              <a:t>críticos</a:t>
            </a:r>
            <a:r>
              <a:rPr dirty="0"/>
              <a:t> </a:t>
            </a:r>
            <a:r>
              <a:rPr dirty="0" err="1"/>
              <a:t>foram</a:t>
            </a:r>
            <a:r>
              <a:rPr dirty="0"/>
              <a:t> </a:t>
            </a:r>
            <a:r>
              <a:rPr dirty="0" err="1"/>
              <a:t>resolvidos</a:t>
            </a:r>
            <a:endParaRPr dirty="0"/>
          </a:p>
        </p:txBody>
      </p:sp>
      <p:pic>
        <p:nvPicPr>
          <p:cNvPr id="4" name="Picture 2" descr="Avaliações da empresa Biud Marketing: Como é trabalhar nela? | Glassdo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3490" y="75406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 Aplicado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User Story: Como usuário, quero redefinir minha senha por e-mail, para recuperar o acesso à minha conta.</a:t>
            </a:r>
          </a:p>
          <a:p>
            <a:endParaRPr/>
          </a:p>
          <a:p>
            <a:r>
              <a:t>DoR - Está pronta para iniciar?</a:t>
            </a:r>
          </a:p>
          <a:p>
            <a:pPr lvl="1"/>
            <a:r>
              <a:t>✓ Critérios de aceite definidos (e-mail válido, link expira em 24h)</a:t>
            </a:r>
          </a:p>
          <a:p>
            <a:pPr lvl="1"/>
            <a:r>
              <a:t>✓ Protótipo da tela disponível | Estimada em 5 pontos</a:t>
            </a:r>
          </a:p>
          <a:p>
            <a:endParaRPr/>
          </a:p>
          <a:p>
            <a:r>
              <a:t>DoD - Está pronta para produção?</a:t>
            </a:r>
          </a:p>
          <a:p>
            <a:pPr lvl="1"/>
            <a:r>
              <a:t>✓ Code Review aprovado</a:t>
            </a:r>
          </a:p>
          <a:p>
            <a:pPr lvl="1"/>
            <a:r>
              <a:t>✓ QA testou: fluxo feliz, e-mail inválido, link expirado</a:t>
            </a:r>
          </a:p>
        </p:txBody>
      </p:sp>
      <p:pic>
        <p:nvPicPr>
          <p:cNvPr id="4" name="Picture 2" descr="Avaliações da empresa Biud Marketing: Como é trabalhar nela? | Glassdo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2634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ganhamos com isso?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Para o Time de Desenvolvimento:</a:t>
            </a:r>
          </a:p>
          <a:p>
            <a:pPr lvl="1"/>
            <a:r>
              <a:t>Menos interrupções durante a sprint</a:t>
            </a:r>
          </a:p>
          <a:p>
            <a:endParaRPr/>
          </a:p>
          <a:p>
            <a:r>
              <a:t>Para o PO/Gestão:</a:t>
            </a:r>
          </a:p>
          <a:p>
            <a:pPr lvl="1"/>
            <a:r>
              <a:t>Maior previsibilidade nas entregas</a:t>
            </a:r>
          </a:p>
          <a:p>
            <a:endParaRPr/>
          </a:p>
          <a:p>
            <a:r>
              <a:t>Para o QA:</a:t>
            </a:r>
          </a:p>
          <a:p>
            <a:pPr lvl="1"/>
            <a:r>
              <a:t>Critérios claros para validação</a:t>
            </a:r>
          </a:p>
          <a:p>
            <a:endParaRPr/>
          </a:p>
          <a:p>
            <a:r>
              <a:t>Para o Squad: Qualidade consistente</a:t>
            </a:r>
          </a:p>
        </p:txBody>
      </p:sp>
      <p:pic>
        <p:nvPicPr>
          <p:cNvPr id="4" name="Picture 2" descr="Avaliações da empresa Biud Marketing: Como é trabalhar nela? | Glassdo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1506" y="75406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Implementação Prática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Passo 1: Criar checklist de DoR no template de User Story</a:t>
            </a:r>
          </a:p>
          <a:p>
            <a:endParaRPr/>
          </a:p>
          <a:p>
            <a:r>
              <a:t>Passo 2: Criar checklist de DoD no template de tarefas</a:t>
            </a:r>
          </a:p>
          <a:p>
            <a:endParaRPr/>
          </a:p>
          <a:p>
            <a:r>
              <a:t>Passo 3: Definir status no ClickUp (Backlog → Ready → In Progress → QA → Done)</a:t>
            </a:r>
          </a:p>
          <a:p>
            <a:endParaRPr/>
          </a:p>
          <a:p>
            <a:r>
              <a:t>Passo 4: Revisar e ajustar os critérios após as primeiras sprints</a:t>
            </a:r>
          </a:p>
          <a:p>
            <a:endParaRPr/>
          </a:p>
          <a:p>
            <a:r>
              <a:t>Passo 5: Documentar no ClickUp Docs para consulta do time</a:t>
            </a:r>
          </a:p>
        </p:txBody>
      </p:sp>
      <p:pic>
        <p:nvPicPr>
          <p:cNvPr id="4" name="Picture 2" descr="Avaliações da empresa Biud Marketing: Como é trabalhar nela? | Glassdo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9794" y="75406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Vamos Começar!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Hoje</a:t>
            </a:r>
            <a:r>
              <a:rPr dirty="0"/>
              <a:t>:</a:t>
            </a:r>
          </a:p>
          <a:p>
            <a:pPr lvl="1"/>
            <a:r>
              <a:rPr dirty="0" err="1"/>
              <a:t>Validar</a:t>
            </a:r>
            <a:r>
              <a:rPr dirty="0"/>
              <a:t> e </a:t>
            </a:r>
            <a:r>
              <a:rPr dirty="0" err="1"/>
              <a:t>ajustar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critérios</a:t>
            </a:r>
            <a:r>
              <a:rPr dirty="0"/>
              <a:t> </a:t>
            </a:r>
            <a:r>
              <a:rPr dirty="0" err="1"/>
              <a:t>sugeridos</a:t>
            </a:r>
            <a:r>
              <a:rPr dirty="0"/>
              <a:t> com o time</a:t>
            </a:r>
          </a:p>
          <a:p>
            <a:endParaRPr dirty="0"/>
          </a:p>
          <a:p>
            <a:r>
              <a:rPr dirty="0" err="1"/>
              <a:t>Próxima</a:t>
            </a:r>
            <a:r>
              <a:rPr dirty="0"/>
              <a:t> Sprint:</a:t>
            </a:r>
          </a:p>
          <a:p>
            <a:pPr lvl="1"/>
            <a:r>
              <a:rPr dirty="0" err="1"/>
              <a:t>Implementar</a:t>
            </a:r>
            <a:r>
              <a:rPr dirty="0"/>
              <a:t> </a:t>
            </a:r>
            <a:r>
              <a:rPr dirty="0" err="1"/>
              <a:t>DoR</a:t>
            </a:r>
            <a:r>
              <a:rPr dirty="0"/>
              <a:t> e DoD no </a:t>
            </a:r>
            <a:r>
              <a:rPr dirty="0" err="1"/>
              <a:t>ClickUp</a:t>
            </a:r>
            <a:endParaRPr dirty="0"/>
          </a:p>
          <a:p>
            <a:endParaRPr dirty="0"/>
          </a:p>
          <a:p>
            <a:r>
              <a:rPr dirty="0" err="1"/>
              <a:t>Melhoria</a:t>
            </a:r>
            <a:r>
              <a:rPr dirty="0"/>
              <a:t> </a:t>
            </a:r>
            <a:r>
              <a:rPr dirty="0" err="1"/>
              <a:t>Contínua</a:t>
            </a:r>
            <a:r>
              <a:rPr dirty="0"/>
              <a:t>:</a:t>
            </a:r>
          </a:p>
          <a:p>
            <a:pPr lvl="1"/>
            <a:r>
              <a:rPr dirty="0" err="1"/>
              <a:t>Revisar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critérios</a:t>
            </a:r>
            <a:r>
              <a:rPr dirty="0"/>
              <a:t> a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retrospectiva</a:t>
            </a:r>
            <a:endParaRPr dirty="0"/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2" descr="Avaliações da empresa Biud Marketing: Como é trabalhar nela? | Glassdo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778" y="75406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575</Words>
  <Application>Microsoft Office PowerPoint</Application>
  <PresentationFormat>Widescreen</PresentationFormat>
  <Paragraphs>106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do Office</vt:lpstr>
      <vt:lpstr>Alinhamento DoR x DoD</vt:lpstr>
      <vt:lpstr>O Desafio</vt:lpstr>
      <vt:lpstr>Objetivo da Apresentação</vt:lpstr>
      <vt:lpstr>DoR - Definition of Ready</vt:lpstr>
      <vt:lpstr>DoR - Critérios Práticos</vt:lpstr>
      <vt:lpstr>DoD - Definition of Done</vt:lpstr>
      <vt:lpstr>DoD - Critérios Práticos</vt:lpstr>
      <vt:lpstr>QA como Guardião da Qualidade</vt:lpstr>
      <vt:lpstr>Exemplo Aplicado</vt:lpstr>
      <vt:lpstr>O que ganhamos com isso?</vt:lpstr>
      <vt:lpstr>Implementação Prática</vt:lpstr>
      <vt:lpstr>Vamos Começar!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Alinhamento DoR x DoD</dc:title>
  <dc:creator>Rogério</dc:creator>
  <cp:lastModifiedBy>Rogério</cp:lastModifiedBy>
  <cp:revision>7</cp:revision>
  <dcterms:created xsi:type="dcterms:W3CDTF">2026-02-04T17:10:11Z</dcterms:created>
  <dcterms:modified xsi:type="dcterms:W3CDTF">2026-02-04T19:07:34Z</dcterms:modified>
</cp:coreProperties>
</file>